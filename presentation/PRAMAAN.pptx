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Verdict agreement  (out of 3) — baseline included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Verdict agreement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Iteration 1</c:v>
                  </c:pt>
                  <c:pt idx="2">
                    <c:v>Iteration 2</c:v>
                  </c:pt>
                  <c:pt idx="3">
                    <c:v>Iteration 3</c:v>
                  </c:pt>
                  <c:pt idx="4">
                    <c:v>Iteration 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Schema violations  (lower is better) — no baseline bar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Schema violations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Iteration 1</c:v>
                  </c:pt>
                  <c:pt idx="1">
                    <c:v>Iteration 2</c:v>
                  </c:pt>
                  <c:pt idx="2">
                    <c:v>Iteration 3</c:v>
                  </c:pt>
                  <c:pt idx="3">
                    <c:v>Iteration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PRAMAAN means evidence. The project is a claim checker for Nepali stock advice — and a record of measuring it honestly enough to find out it did not do what I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one line: "Here's the shape of the next five minutes." Then advance. The seven labels here are word-for-word the seven in the navigator at the foot of every slide, in the same order, so a viewer who reads this knows exactly where they are for the rest of the video. Do not read the items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claim is synthetic — I wrote it as a test input, modelled on the general shape of investment commentary that circulates publicly. It was not made by any real person. DECISIONS.md, 29 August, records why: SEBON's July 2026 enforcement policy means a real scraped post would identify an individual potentially exposed to it, in a submission micro1 owns and may publish. The figures inside the claim are real. The hard version of misinformation is not a false number — it is a true number detached from the year it belongs to, which survives any check that only asks 'did Nabil ever declare 30%'. On the comparison: the price is 27 August 2026 and the deposit rate cards are July and August 2026, so only the dividend is older — which is the standard trailing-yield construction, most recent declared payout over current price. A 2081/82 deposit rate would be the wrong comparator, because nobody can buy one. Sources: sources/nabil.md, sources/macro.md, CASES.md.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README's opening framing: intended user, current bottleneck, why solving it is valuable. Stated as what a user WOULD get, not what one has got — no user has used this. The four manual steps are the real bottleneck, and step four is the one non-specialists miss. Sources: README.md for the user and bottleneck; DECISIONS.md, 29 August, for the SEBON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argument, invented arithmetic — and no way for a reader to tell which parts were knowledge and which were confident guessing. That is the gap the project set out to close. Source: results/baseline.json.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three-way verdict is the design decision that separates this from a yes/no fact-checker. Case 2 turns on it: “price always goes up after bonus” is not false, it is unverifiable from company filings, and saying so is the honest answer. Instruction text: agent.py.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agentic property in the system: act, evaluate the result against validate.py, act again on what the evaluation found. Case 1 was clean first time; Cases 2 and 3 each took two attempts.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violations Iteration 4 recorded recompute to zero under the scoring rule. Under the intended rule the shipped run would have been clean first time — 3 API calls, not 5. Reproduce with: python check_divergence.py. Documented in DECISIONS.md, 30 August, rather than quietly patched.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comparisons, two different answers. Against the baseline the biggest change is traceability, 0/3 to 3/3, because the baseline reasons correctly and invents its numbers. Across the iterations the biggest change is schema violations, 5 to 0 — but that is not a baseline comparison at all: the baseline returns free text, so there is no schema to break, and CHANGELOG.md says so in the baseline row. The control run agent_v5 scores 0 violations with the correction loop disabled, so the two instruction rules added in Iteration 4 did that work rather than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is absent from the right-hand chart because it returns free text — there is no schema to break. It scored 3/3 on the left-hand measure. Two axes moving in opposite directions, and I only found the second one because I built an instrument for a different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backed by a result file that has never been hand-edited or overwritten. Nineteen dated decision records explain the calls that are not visible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was not wasted — the control is what turned an assumption into a measurement. And it did repair four real violations of the stricter runtime rule. It improves compliance with the rule it enforces; against the rule that scores this project it changes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in this deck recomputes from the result files with no API key. That is the point: the project asks a claim to arrive with its evidence, so the project arrives with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in the repository — the changelog, nineteen recorded decisions, and a test suite that runs in five seconds without an API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प्रमाण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PRAMAAN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983480" y="2103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8FA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better and worse at the same time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document-grounded claim checker for Nepali equities — and four measured iterations that never improved the score I was watching.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00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Dipendra Limbu  ·  micro1 Frontier Engineering Challenge 2026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github.com/DKL59/Micro1_Challenge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follows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sections, five minutes — the same seven that mark the foot of every slide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447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1444752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pPr algn="l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a claim whose figures are real, and which argue against 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979676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EF2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0345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203454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pPr algn="l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what a plain model call does with no documents at all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69464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EF2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26243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36192" y="2624328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pPr algn="l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claim in, assertions out, every figure carrying its sentence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159252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EF2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21411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3214116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pPr algn="l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the hardest case, both attempts, and what changed between them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EF2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80390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36192" y="380390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pPr algn="l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six runs, four measures, and the changelog behind them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338828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EF2F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39369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36192" y="4393692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pPr algn="l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the change that contributed most, and one experiment I removed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498348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36192" y="4983480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pPr algn="l" indent="0" marL="0">
              <a:buNone/>
            </a:pPr>
            <a:r>
              <a:rPr lang="en-US" sz="125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one sentence, and the uncomfortable thing it asks you to do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1441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slides sit in the appendix: who this is for, and what this project does not establish.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— written as a test input, modelled on what circulates publicly. Every number in it is real.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48132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“Nabil declared 30% dividend this year. Bank FD is giving only 4%. Why keep money in fixed deposit when a blue chip bank is paying 30%? Long term hold, guaranteed income.”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SOURCES ACTUALLY SAY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46120"/>
            <a:ext cx="5532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did declare 30.00% — for fiscal year 2078/79, three years earlier (18.50% bonus + 11.50% cash).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year the claim is about, 2081/82, Nabil declared 12.50% cash and no bonus.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dividend percentage is calculated on the Rs 100 par value — not on the Rs 540.20 the share actually costs.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46520" y="1325880"/>
            <a:ext cx="5193792" cy="4370832"/>
          </a:xfrm>
          <a:prstGeom prst="roundRect">
            <a:avLst>
              <a:gd name="adj" fmla="val 1255"/>
            </a:avLst>
          </a:prstGeom>
          <a:solidFill>
            <a:srgbClr val="EEF2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THAT DECIDES 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12.50  ÷  Rs 540.20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331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2.31%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081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on money actually invested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3675888"/>
            <a:ext cx="4572000" cy="0"/>
          </a:xfrm>
          <a:prstGeom prst="line">
            <a:avLst/>
          </a:prstGeom>
          <a:noFill/>
          <a:ln w="12700">
            <a:solidFill>
              <a:srgbClr val="C3CE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8221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2.75% – 4.55%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fixed deposit rates across the three banks in the sources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9743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are what money invested today earns: the latest declared dividend against the rates on offer now. A past deposit rate cannot be bought — and unlike the dividend, the deposit rate is contractual.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1441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is true. They support the opposite conclusion.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5779008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SEBON named unauthorised investment advice a live harm in July 2026 — which is also why these cases are synthetic. A real post would identify someone now exposed to enforcement.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intended user, the bottleneck they hit, and why closing it is worth doing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21024" cy="3429000"/>
          </a:xfrm>
          <a:prstGeom prst="roundRect">
            <a:avLst>
              <a:gd name="adj" fmla="val 1600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4904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1810512"/>
            <a:ext cx="31455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investing small and medium amounts in NEPSE — people in full-time jobs who invest on the side, without the time, or in some cases the financial background, to check whether advice about a company rests on any evidence.</a:t>
            </a: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figures in a claim may well be real. What is missing is a fast way to see where each one comes from, and whether it supports the conclusion drawn from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3964" y="1325880"/>
            <a:ext cx="3621024" cy="3429000"/>
          </a:xfrm>
          <a:prstGeom prst="roundRect">
            <a:avLst>
              <a:gd name="adj" fmla="val 1600"/>
            </a:avLst>
          </a:prstGeom>
          <a:solidFill>
            <a:srgbClr val="EEF2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1708" y="14904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21708" y="1810512"/>
            <a:ext cx="31455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that single claim by hand means:</a:t>
            </a: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Nabil's dividend history on ShareSansar</a:t>
            </a: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 the current market price</a:t>
            </a: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pull fixed deposit rate cards from three banks</a:t>
            </a: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know that a declared dividend is a percentage of the Rs 100 par value, not of what the share costs</a:t>
            </a: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is the one that decides it. Miss it and you reach a confident, wrong answer without ever noticing.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9288" y="1325880"/>
            <a:ext cx="3621024" cy="3429000"/>
          </a:xfrm>
          <a:prstGeom prst="roundRect">
            <a:avLst>
              <a:gd name="adj" fmla="val 1600"/>
            </a:avLst>
          </a:prstGeom>
          <a:solidFill>
            <a:srgbClr val="EEF2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57032" y="14904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WORTH CLOSING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57032" y="1810512"/>
            <a:ext cx="31455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here is not ignorance. It is confident arithmetic on the wrong denominator — which survives any check that only asks whether the numbers are real.</a:t>
            </a: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endParaRPr lang="en-US" sz="11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SEBON named unauthorised investment advice a live harm in July 2026, with licensing requirements and legal action planned — which is why these cases are synthetic rather than collected from real posts.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11091672" cy="1207008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0657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USER WOULD GET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376672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where every figure arrives with the sentence it came from, so it can be checked rather than trusted — and an explicit “not covered by these sources” when the documents do not settle it, instead of a guess. It never tells anyone to buy or sell.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 baseline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baseline.py — one API call, one line of instruction, no documents at 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532120" cy="3200400"/>
          </a:xfrm>
          <a:prstGeom prst="roundRect">
            <a:avLst>
              <a:gd name="adj" fmla="val 1714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GOT RIGHT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938528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Reached the correct verdict on all three cases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Knew a dividend is quoted on par value, unprompted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Rejected “guaranteed income” on its own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Explained why bonus shares are value-neutral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1371600"/>
            <a:ext cx="5193792" cy="3200400"/>
          </a:xfrm>
          <a:prstGeom prst="roundRect">
            <a:avLst>
              <a:gd name="adj" fmla="val 1714"/>
            </a:avLst>
          </a:prstGeom>
          <a:solidFill>
            <a:srgbClr val="EEF2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INVENTED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938528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 might have to pay a Market Price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of NPR 600 or more”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“your actual return on investment (yield)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might only be 3% to 5%”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fabricated. It concluded the yield was “very close to the 4% FD rate”. The real figure, 2.31%, sits below the floor of the range.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00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550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agreement — with no documents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800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55504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traceable to a source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8006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1,832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5550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tokens per case  ·  15.8s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6227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Document-grounded claim verification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only the documents it is handed. Nothing is retrieved from the web — a real limit, and the reason every run reproduces exactly.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130552" cy="141732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447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spc="6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847088"/>
            <a:ext cx="1801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claim, plus a fixed corpus of published figures — each with its URL and a line stating what that file does and does not cover.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325880"/>
            <a:ext cx="2130552" cy="141732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53512" y="14447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spc="6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CLAIM DECOMPOSITION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1847088"/>
            <a:ext cx="1801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is broken into its separate assertions. A claim can be partly true, and this is how that becomes visible.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325880"/>
            <a:ext cx="2130552" cy="141732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93792" y="14447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spc="6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VERDICT ASSIGNMENT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1847088"/>
            <a:ext cx="1801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assertion is judged against the corpus alone. General knowledge about these companies is forbidden.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325880"/>
            <a:ext cx="2130552" cy="1417320"/>
          </a:xfrm>
          <a:prstGeom prst="roundRect">
            <a:avLst>
              <a:gd name="adj" fmla="val 3871"/>
            </a:avLst>
          </a:prstGeom>
          <a:solidFill>
            <a:srgbClr val="EEF2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34072" y="14447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spc="6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CITATION ENFORCEMENT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434072" y="1847088"/>
            <a:ext cx="1801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figure may be reported without the exact sentence it was taken from, and the file that sentence lives in.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325880"/>
            <a:ext cx="2130552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74352" y="14447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spc="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SCHEMA VALIDATION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b="1" spc="6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+ CORRECTION LOOP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674352" y="1847088"/>
            <a:ext cx="1801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mechanical rules check the response. A failure is returned with the violation named, up to three attempts.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926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SET — THREE VALUES, NOT TWO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273552"/>
            <a:ext cx="3621024" cy="17830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34381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6E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3822192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sources support it. The quote that settles it is attached.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83964" y="3273552"/>
            <a:ext cx="3621024" cy="1783080"/>
          </a:xfrm>
          <a:prstGeom prst="roundRect">
            <a:avLst>
              <a:gd name="adj" fmla="val 3077"/>
            </a:avLst>
          </a:prstGeom>
          <a:solidFill>
            <a:srgbClr val="EEF2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1708" y="34381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144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contradicted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21708" y="3822192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sources say otherwise. The quote that contradicts it is attached.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19288" y="3273552"/>
            <a:ext cx="3621024" cy="1783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57032" y="343814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57032" y="3822192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sources do not settle it. Not “false” — outside what these documents cover. Each file states its own coverage, so this is a claim about a known boundary rather than a shrug.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120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forced to answer yes-or-no guesses when it does not know — which is exactly how the baseline invented a share price. not_found is the escape hatch that stops it bluffing.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512064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advises buying or selling.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687568"/>
            <a:ext cx="11091672" cy="512064"/>
          </a:xfrm>
          <a:prstGeom prst="roundRect">
            <a:avLst>
              <a:gd name="adj" fmla="val 10714"/>
            </a:avLst>
          </a:prstGeom>
          <a:solidFill>
            <a:srgbClr val="EEF2F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742432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8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AGENTIC IS THIS, HONESTLY?   </a:t>
            </a:r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is the only part that acts, checks its own output and acts again — the minimum that qualifies. No planning, no tool use, no memory. And the control run shows that loop bought nothing measurable.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43815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execution, start to finish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· EBL undervaluation · results/agent_v4.json — the challenging case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43584"/>
            <a:ext cx="11091672" cy="676656"/>
          </a:xfrm>
          <a:prstGeom prst="roundRect">
            <a:avLst>
              <a:gd name="adj" fmla="val 810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1673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“EBL net profit up 32% this quarter, best in the sector. Still trading below book value, market has not priced it in yet. Undervalued blue chip, accumulate now.”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EEF2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NABIL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attempt · clean first 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46704" y="2011680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EEF2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NICA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attempts · 3 citations repaired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4768" y="2011680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EEF2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45936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· EBL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attempts · 1 repaired · shown below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42832" y="2011680"/>
            <a:ext cx="2697480" cy="676656"/>
          </a:xfrm>
          <a:prstGeom prst="roundRect">
            <a:avLst>
              <a:gd name="adj" fmla="val 8108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0" y="20939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API calls · 3 cases · 0 violations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34640"/>
            <a:ext cx="3529584" cy="2304288"/>
          </a:xfrm>
          <a:prstGeom prst="roundRect">
            <a:avLst>
              <a:gd name="adj" fmla="val 2381"/>
            </a:avLst>
          </a:prstGeom>
          <a:solidFill>
            <a:srgbClr val="EEF2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331012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finds the 32% — and finds it belongs to the whole commercial banking sector, not to EBL. Marks the assertion contradicted and quotes the line.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6E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6,417 tokens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3785616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334256" y="2834640"/>
            <a:ext cx="3529584" cy="2304288"/>
          </a:xfrm>
          <a:prstGeom prst="roundRect">
            <a:avLst>
              <a:gd name="adj" fmla="val 2381"/>
            </a:avLst>
          </a:prstGeom>
          <a:solidFill>
            <a:srgbClr val="EEF2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0288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331012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the response. Not the verdict — the citation.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1: quote does not appear in sources/ebl.md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44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violation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900416" y="3785616"/>
            <a:ext cx="310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119872" y="2834640"/>
            <a:ext cx="3529584" cy="2304288"/>
          </a:xfrm>
          <a:prstGeom prst="roundRect">
            <a:avLst>
              <a:gd name="adj" fmla="val 2381"/>
            </a:avLst>
          </a:prstGeom>
          <a:solidFill>
            <a:srgbClr val="EEF2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75904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75904" y="331012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response is returned with the violation named and an instruction to fix that and change nothing else. Comes back clean.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75904" y="4754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6E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5,758 tokens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is stored in the result file with its own token count. The correction is in the evidence rather than hidden behind a tidy final answer.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41402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changed between the two attempts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the last day, while writing the video script — and documented rather than fixed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517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  —  REJECTED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8470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"Commercial banks' combined net profit rose 32.33% to NPR 69.78 arba in</a:t>
            </a:r>
            <a:pPr algn="l"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Q4 2082/83."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EEF2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6883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  —  ACCEPTED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175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"Commercial banks' combined net profit rose 32.33% to NPR 69.78 arba in"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12464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858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sources/ebl.md  —  LINES 80 AND 81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142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 banks' combined net profit rose 32.33% to NPR 69.78 arba in ⏎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2082/83. Nabil Bank is reported as leading the sector.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56048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verdict. Same figures. Same summary. The only difference is that the quote now stops at the line break.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hands the validator the file as written. validate.py hands it the same file with whitespace collapsed.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956048"/>
            <a:ext cx="4050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was not learning to cite better.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was learning where the file wraps.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1402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comparison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runs plus a control, scored on the same three cases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913632"/>
                <a:gridCol w="1280160"/>
                <a:gridCol w="1463040"/>
                <a:gridCol w="12801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documents at 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 + structured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conclusions stripped from 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and ratio rules in the instruction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loop — shipped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6E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(v5)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instruction, loop disabled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4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062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violation is a response that breaks one of the validator's three rules: a status outside the three permitted values, a quote that does not exist in the file it names, or a figure whose numbers are absent from its own quote. The verdict can still be right — it just cannot be checked.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4645152"/>
            <a:ext cx="3621024" cy="1481328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" y="477316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NEVER MOVED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5065776"/>
            <a:ext cx="3145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agreement: 3, 3, 2, 3, 3. The baseline — with no documents at all — scores the same as the shipped agent.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83964" y="4645152"/>
            <a:ext cx="3621024" cy="1481328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1708" y="477316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CHANGE FROM THE BASELINE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21708" y="5065776"/>
            <a:ext cx="3145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traceable to a source: 0/3 → 3/3, from Iteration 1. Attribution error: 0/1 → 1/1 — but unaided only from Iteration 2, once I stopped planting the answer in the corpus.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19288" y="4645152"/>
            <a:ext cx="3621024" cy="1481328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57032" y="477316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CHANGE ACROSS THE ITERATIONS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257032" y="5065776"/>
            <a:ext cx="3145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violations: 5 → 0. Not a baseline comparison — free text has no schema to break. And the control scores 0 with the loop off, so the instruction rules did this, not the loop.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38990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axis I was not watching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measures, shown separately because they are different scales — and the baseline appears on only one of them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0876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45352" y="150876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68680" y="4974336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baseline, with no documents at all, matches the shipped agent. That is the ablation. Right: it has no bar, because free text has no schema to break — which is why 5 → 0 is not a comparison against the baseline. Iteration 2 is my worst run on verdicts and my best on citations; Iteration 3 fixed a real reasoning defect and doubled the violations. These four runs produced eleven violations in total, and ten of them are citation failures.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938990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changelog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per iteration — except the last, which is why the control run exists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4356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43560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user gets today: paste the claim into a chat window.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143560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well. Verifies nothing.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EEF2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27685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276856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it the published figures; required a quote and file per figure.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276856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0/3 → 3/3. But I had written my own conclusions into the sources — so the attribution catch measured retrieval, not detection.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EEF2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26440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3264408"/>
            <a:ext cx="4434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my analysis out of the sources into notes/. Only published figures remain.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3264408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survived unaided. Cost one verdict — and that is the run that made every later number mean something.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4223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EEF2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2519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425196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added: state the full range when comparing; compute any ratio the claim turns on.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25196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restored and earned. Citations got twice as bad.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EEF2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09320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4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509320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validate.py and wired it into the agent: fail → return the violations → retry.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509320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violations to zero. 3.5× the time and 1.9× the tokens of Iteration 3.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38990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contributed most — and one experiment I removed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94960" cy="2761488"/>
          </a:xfrm>
          <a:prstGeom prst="roundRect">
            <a:avLst>
              <a:gd name="adj" fmla="val 1987"/>
            </a:avLst>
          </a:prstGeom>
          <a:solidFill>
            <a:srgbClr val="EEF2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463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VALIDATION LOOP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7739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run with the loop disabled scores identically on both machine-checked metrics.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33172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6E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6E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F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187952"/>
            <a:ext cx="5394960" cy="1892808"/>
          </a:xfrm>
          <a:prstGeom prst="roundRect">
            <a:avLst>
              <a:gd name="adj" fmla="val 2899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3342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ITERATION 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626864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written my own conclusions into the source files the agent reads — so it was scoring well by retrieving answers I had planted. I stripped them into a folder it never sees and ran it again. It caught the attribution error anyway.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5614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run made every later number mean something.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45352" y="1298448"/>
            <a:ext cx="5394960" cy="4782312"/>
          </a:xfrm>
          <a:prstGeom prst="roundRect">
            <a:avLst>
              <a:gd name="adj" fmla="val 1147"/>
            </a:avLst>
          </a:prstGeom>
          <a:solidFill>
            <a:srgbClr val="EEF2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65392" y="14813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I REMOVED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65392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Discrimination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565392" y="2267712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recorded a third weakness in the baseline: that it condemns a whole claim rather than separating the accurate part from the misleading part.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rested on an assumption — that Nabil's 30% was real for the current year. During a file audit I checked the source. It was not: Nabil declared 12.50% for 2081/82.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dissolved. I removed it rather than leave a conclusion standing on a premise I never verified.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65392" y="5321808"/>
            <a:ext cx="4754880" cy="0"/>
          </a:xfrm>
          <a:prstGeom prst="line">
            <a:avLst/>
          </a:prstGeom>
          <a:noFill/>
          <a:ln w="12700">
            <a:solidFill>
              <a:srgbClr val="C3CE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65392" y="5440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figure taken on trust and never traced to its source — the exact failure this project was built to catch.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536577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establish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412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here because the project's entire argument is that unchecked claims are the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532120" cy="1481328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47218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EVALUATION CASES · ONE ATTRIBUTION CASE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7830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study, not statistical power. The free tier allows twenty requests a day, and six runs of three cases is eighteen calls before any correction. The attribution result rests on a single case — the weakest evidence here.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5532120" cy="1481328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0632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HAS USED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374136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ships as an evaluation harness, not a product. The README says so in its first paragraph. Nothing here shows anyone would find it useful in the wild.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507992"/>
            <a:ext cx="5532120" cy="1481328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465429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SCORED METRIC NEVER SEPARATED THE SYSTEMS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96519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agreement was the wrong thing to optimise. I only know that because I measured it and published the result.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1325880"/>
            <a:ext cx="5193792" cy="4754880"/>
          </a:xfrm>
          <a:prstGeom prst="roundRect">
            <a:avLst>
              <a:gd name="adj" fmla="val 115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1508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CHECK YOURSELF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84708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defects were found in this system, documented, and shipped unfixed — because tightening a rule on the last day would re-score five completed runs against a contract the agent was never given. The reasoning for each is dated in DECISIONS.md.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035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SCRIPTS · NO API KEY · NO NETWORK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36499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check_results.py     timings, tokens, verdicts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validate.py          schema violations per run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test_validate.py     23 tests over the validator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check_divergence.py  the line-break finding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4553712"/>
            <a:ext cx="4572000" cy="0"/>
          </a:xfrm>
          <a:prstGeom prst="line">
            <a:avLst/>
          </a:prstGeom>
          <a:noFill/>
          <a:ln w="12700">
            <a:solidFill>
              <a:srgbClr val="3E4B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4700016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dated decision records  ·  7 result files, never hand-edited or overwritten  ·  a failed run kept because a failed run is evidence too  ·  full git history in the repository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36577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axis you aren't measuring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one your agent is moving on.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not “measure more things” — you cannot act on that. It is narrower, and it is uncomfortable: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the part you're proudest of, and run it again.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documents away and see whether your score survives.  Mine didn't.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42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github.com/DKL59/Micro1_Challenge   ·   19 recorded decisions   ·   23 tests, no API key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14622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4381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41402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execution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938990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36577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34165" y="6327648"/>
            <a:ext cx="1506147" cy="329184"/>
          </a:xfrm>
          <a:prstGeom prst="roundRect">
            <a:avLst>
              <a:gd name="adj" fmla="val 138889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134165" y="6327648"/>
            <a:ext cx="1506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take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PRAMAAN — a document-grounded claim checker</dc:title>
  <dc:subject>PptxGenJS Presentation</dc:subject>
  <dc:creator>Dipendra Limbu</dc:creator>
  <cp:lastModifiedBy>Dipendra Limbu</cp:lastModifiedBy>
  <cp:revision>1</cp:revision>
  <dcterms:created xsi:type="dcterms:W3CDTF">2026-08-31T09:08:41Z</dcterms:created>
  <dcterms:modified xsi:type="dcterms:W3CDTF">2026-08-31T09:08:41Z</dcterms:modified>
</cp:coreProperties>
</file>